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3600">
                <a:solidFill>
                  <a:srgbClr val="2D6238"/>
                </a:solidFill>
              </a:defRPr>
            </a:pPr>
            <a:r>
              <a:t>AULA 02: OBJETIVOS GERAL E ESPECÍFICOS E JUSTIFICATIVA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333333"/>
                </a:solidFill>
              </a:defRPr>
            </a:pPr>
            <a:r>
              <a:t>Curso Profissional de Escrita Acadêmica e LaTeX (80h)</a:t>
            </a:r>
          </a:p>
          <a:p>
            <a:r>
              <a:t>Prof. Dr. Pedro Henrique Silva — IFF Campus Bom Jesus do Itabapoana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Roteiro da Aula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Fundamentação Teórica e Normativa ABNT/IBGE</a:t>
            </a:r>
          </a:p>
          <a:p>
            <a:r>
              <a:t>2. Arquitetura Metodológica e Boas Práticas</a:t>
            </a:r>
          </a:p>
          <a:p>
            <a:r>
              <a:t>3. Exemplo Prático de Codificação / Aplicação TCC</a:t>
            </a:r>
          </a:p>
          <a:p>
            <a:r>
              <a:t>4. Síntese e Referências Bibliográficas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Fundamentação — Taxonomia de Bloom para Verbos Científicos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Objetivos gerais determinam o fim último; específicos demarcam as etapas metodológicas testáveis.</a:t>
            </a:r>
          </a:p>
          <a:p>
            <a:pPr>
              <a:defRPr sz="2000"/>
            </a:pPr>
            <a:r>
              <a:t>• Rigor Metodológico: Alinhamento epistemológico entre introdução, objetivos e justificativa tecnológica.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D6238"/>
                </a:solidFill>
              </a:defRPr>
            </a:pPr>
            <a:r>
              <a:t>Aplicação e Referências — Aula 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Snippet / Modelo de Referência:</a:t>
            </a:r>
          </a:p>
          <a:p>
            <a:pPr>
              <a:defRPr>
                <a:solidFill>
                  <a:srgbClr val="B3282D"/>
                </a:solidFill>
                <a:latin typeface="Courier New"/>
              </a:defRPr>
            </a:pPr>
            <a:r>
              <a:t>Objetivo Geral: Desenvolver e validar o ecossistema ReLaTeX no IFF.</a:t>
            </a:r>
          </a:p>
          <a:p>
            <a:br/>
            <a:pPr>
              <a:defRPr sz="1600"/>
            </a:pPr>
            <a:r>
              <a:t>Referência Principal:</a:t>
            </a:r>
            <a:br/>
            <a:r>
              <a:t>GIL, A. C. Como elaborar projetos de pesquisa. Atlas, 2022.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