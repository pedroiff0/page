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17: ARQUIVO DE METADADOS (METADADOS.STY)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Isolamento Total de Dados e Formatação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filosofia ReLaTeX: o aluno edita exclusivamente metadados.sty, nunca a classe .cls.</a:t>
            </a:r>
          </a:p>
          <a:p>
            <a:pPr>
              <a:defRPr sz="2000"/>
            </a:pPr>
            <a:r>
              <a:t>• Rigor Metodológico: Preenchimento de título, autor, orientador, banca com flexão dinâmica de gênero gramatical.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\titulo{...} \autor{...} \orientador{...} \orientadorfeminino{sim}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MITTELBACH, F. et al. The LaTeX Companion. 3. ed. Addison-Wesley,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