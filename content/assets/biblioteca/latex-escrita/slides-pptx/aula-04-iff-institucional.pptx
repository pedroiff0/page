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04: DEDICATÓRIA, AGRADECIMENTOS E EPÍGRAFE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Elementos Pré-Textuais Opcionais (NBR 14724)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Apesar de opcionais, expressam a jornada ética e institucional do pesquisador com sobriedade.</a:t>
            </a:r>
          </a:p>
          <a:p>
            <a:pPr>
              <a:defRPr sz="2000"/>
            </a:pPr>
            <a:r>
              <a:t>• Rigor Metodológico: Diferenciação formal entre dedicatória, agradecimentos a agências de fomento e epígrafe.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\imprimirdedicatoria{Este trabalho é dedicado a...} \imprimirepigrafe{Citacao...}{Autor}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ABNT. NBR 14724: Informação e documentação - Trabalhos acadêmicos.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