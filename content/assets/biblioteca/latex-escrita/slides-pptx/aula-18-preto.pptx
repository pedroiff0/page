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18: CUSTOMIZAÇÃO DE FLOATS, FANCYHDR E NBR 6027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Cabeçalhos fancyhdr, listas preliminares customizadas (LOQ/LOA) e sumário NBR 6027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18: CUSTOMIZAÇÃO DE FLOATS, FANCYHDR E NBR 6027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Cabeçalhos fancyhdr, listas preliminares customizadas (LOQ/LOA) e sumário NBR 6027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