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F4444"/>
                </a:solidFill>
                <a:latin typeface="Arial"/>
              </a:defRPr>
            </a:pPr>
            <a:r>
              <a:t>AULA 18: CUSTOMIZAÇÃO DE FLOATS, FANCYHDR E NBR 6027</a:t>
            </a:r>
          </a:p>
          <a:p>
            <a:pPr>
              <a:defRPr sz="1600">
                <a:solidFill>
                  <a:srgbClr val="22C55E"/>
                </a:solidFill>
              </a:defRPr>
            </a:pPr>
            <a:r>
              <a:t>Cabeçalhos fancyhdr, listas preliminares customizadas (LOQ/LOA) e sumário NBR 6027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F4444"/>
                </a:solidFill>
                <a:latin typeface="Arial"/>
              </a:defRPr>
            </a:pPr>
            <a:r>
              <a:t>AULA 18: CUSTOMIZAÇÃO DE FLOATS, FANCYHDR E NBR 6027</a:t>
            </a:r>
          </a:p>
          <a:p>
            <a:pPr>
              <a:defRPr sz="1600">
                <a:solidFill>
                  <a:srgbClr val="22C55E"/>
                </a:solidFill>
              </a:defRPr>
            </a:pPr>
            <a:r>
              <a:t>Cabeçalhos fancyhdr, listas preliminares customizadas (LOQ/LOA) e sumário NBR 6027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