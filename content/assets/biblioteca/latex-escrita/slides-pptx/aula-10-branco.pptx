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10: DISCUSSÃO, CITAÇÕES NBR 10520 E REFERÊNCIAS NBR 6023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Fechamento lógico, sistema autor-data ABNT NBR 10520:2023 e NBR 6023:2018/2020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10: DISCUSSÃO, CITAÇÕES NBR 10520 E REFERÊNCIAS NBR 6023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Fechamento lógico, sistema autor-data ABNT NBR 10520:2023 e NBR 6023:2018/2020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