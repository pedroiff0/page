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91C1C"/>
                </a:solidFill>
                <a:latin typeface="Arial"/>
              </a:defRPr>
            </a:pPr>
            <a:r>
              <a:t>AULA 10: DISCUSSÃO, CITAÇÕES NBR 10520 E REFERÊNCIAS NBR 6023</a:t>
            </a:r>
          </a:p>
          <a:p>
            <a:pPr>
              <a:defRPr sz="1600">
                <a:solidFill>
                  <a:srgbClr val="15803D"/>
                </a:solidFill>
              </a:defRPr>
            </a:pPr>
            <a:r>
              <a:t>Fechamento lógico, sistema autor-data ABNT NBR 10520:2023 e NBR 6023:2018/2020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91C1C"/>
                </a:solidFill>
                <a:latin typeface="Arial"/>
              </a:defRPr>
            </a:pPr>
            <a:r>
              <a:t>AULA 10: DISCUSSÃO, CITAÇÕES NBR 10520 E REFERÊNCIAS NBR 6023</a:t>
            </a:r>
          </a:p>
          <a:p>
            <a:pPr>
              <a:defRPr sz="1600">
                <a:solidFill>
                  <a:srgbClr val="15803D"/>
                </a:solidFill>
              </a:defRPr>
            </a:pPr>
            <a:r>
              <a:t>Fechamento lógico, sistema autor-data ABNT NBR 10520:2023 e NBR 6023:2018/2020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