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11: CITAÇÕES E PARÁFRASES (NBR 10520:2023)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Normativa Atualizada ABNT NBR 10520:2023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Adoção do formato Caixa Baixa em chamadas no texto (Silva, 2026) e regras para citações diretas &gt; 3 linhas.</a:t>
            </a:r>
          </a:p>
          <a:p>
            <a:pPr>
              <a:defRPr sz="2000"/>
            </a:pPr>
            <a:r>
              <a:t>• Rigor Metodológico: Como evitar o plágio por paráfrase imprópria e gerenciar chamadas autor-data ou numéricas.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\cite{silva2026} vs. \begin{citacao} ... \end{citacao}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ABNT. NBR 10520: Informação e documentação - Citações em documentos.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