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91C1C"/>
                </a:solidFill>
                <a:latin typeface="Arial"/>
              </a:defRPr>
            </a:pPr>
            <a:r>
              <a:t>AULA 20: AUTOMAÇÃO COM LATEXMKRC, GIT E CI/CD NO GITHUB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Build automatizado, versionamento limpo sem lixo TeX e pipelines de publicação contínua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91C1C"/>
                </a:solidFill>
                <a:latin typeface="Arial"/>
              </a:defRPr>
            </a:pPr>
            <a:r>
              <a:t>AULA 20: AUTOMAÇÃO COM LATEXMKRC, GIT E CI/CD NO GITHUB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Build automatizado, versionamento limpo sem lixo TeX e pipelines de publicação contínua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