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Build automatizado, versionamento limpo sem lixo TeX e pipelines de publicação continua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Build automatizado, versionamento limpo sem lixo TeX e pipelines de publicação continua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