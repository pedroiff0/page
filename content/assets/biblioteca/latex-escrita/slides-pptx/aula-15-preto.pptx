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15: ENGENHARIA DO ARQUIVO DE METADADOS METADADOS.STY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Estrutura interna de metadados.sty, escopo de variáveis e flexão de gênero no ReLaTeX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15: ENGENHARIA DO ARQUIVO DE METADADOS METADADOS.STY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Estrutura interna de metadados.sty, escopo de variáveis e flexão de gênero no ReLaTeX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