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01: EPISTEMOLOGIA, PROBLEMATIZAÇÃO E HIPÓTESES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Ruptura epistemológica, Falsificacionismo de Popper e formulação de hipóteses científicas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01: EPISTEMOLOGIA, PROBLEMATIZAÇÃO E HIPÓTESES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Ruptura epistemológica, Falsificacionismo de Popper e formulação de hipóteses científicas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