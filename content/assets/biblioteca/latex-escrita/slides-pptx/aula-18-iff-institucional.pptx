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3600">
                <a:solidFill>
                  <a:srgbClr val="2D6238"/>
                </a:solidFill>
              </a:defRPr>
            </a:pPr>
            <a:r>
              <a:t>AULA 18: PRODUTIVIDADE E MACROS PERSONALIZADAS (MACROS.STY)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333333"/>
                </a:solidFill>
              </a:defRPr>
            </a:pPr>
            <a:r>
              <a:t>Curso Profissional de Escrita Acadêmica e LaTeX (80h)</a:t>
            </a:r>
          </a:p>
          <a:p>
            <a:r>
              <a:t>Prof. Dr. Pedro Henrique Silva — IFF Campus Bom Jesus do Itabapoana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D6238"/>
                </a:solidFill>
              </a:defRPr>
            </a:pPr>
            <a:r>
              <a:t>Roteiro da Aula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Fundamentação Teórica e Normativa ABNT/IBGE</a:t>
            </a:r>
          </a:p>
          <a:p>
            <a:r>
              <a:t>2. Arquitetura Metodológica e Boas Práticas</a:t>
            </a:r>
          </a:p>
          <a:p>
            <a:r>
              <a:t>3. Exemplo Prático de Codificação / Aplicação TCC</a:t>
            </a:r>
          </a:p>
          <a:p>
            <a:r>
              <a:t>4. Síntese e Referências Bibliográficas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D6238"/>
                </a:solidFill>
              </a:defRPr>
            </a:pPr>
            <a:r>
              <a:t>Fundamentação — Pacote de Produtividade macros.sty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Atalhos inteligentes para inserção padronizada de figuras, tabelas e quadros com uma única macro.</a:t>
            </a:r>
          </a:p>
          <a:p>
            <a:pPr>
              <a:defRPr sz="2000"/>
            </a:pPr>
            <a:r>
              <a:t>• Rigor Metodológico: Ambientes customizados de Teoremas, Definições e Exercícios com referências cruzadas automáticas.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D6238"/>
                </a:solidFill>
              </a:defRPr>
            </a:pPr>
            <a:r>
              <a:t>Aplicação e Referências — Aula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Snippet / Modelo de Referência:</a:t>
            </a:r>
          </a:p>
          <a:p>
            <a:pPr>
              <a:defRPr>
                <a:solidFill>
                  <a:srgbClr val="B3282D"/>
                </a:solidFill>
                <a:latin typeface="Courier New"/>
              </a:defRPr>
            </a:pPr>
            <a:r>
              <a:t>\inserirfigura{0.8}{fig.png}{Legenda ABNT}{Fonte: O autor (2026).}{id:fig}</a:t>
            </a:r>
          </a:p>
          <a:p>
            <a:br/>
            <a:pPr>
              <a:defRPr sz="1600"/>
            </a:pPr>
            <a:r>
              <a:t>Referência Principal:</a:t>
            </a:r>
            <a:br/>
            <a:r>
              <a:t>ReLaTeX. Projeto e documentação do pacote macros.sty. IFF,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