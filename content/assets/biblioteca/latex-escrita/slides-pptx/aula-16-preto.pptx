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" TargetMode="External"/><Relationship Id="rId4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AULA 16: DESENVOLVIMENTO DE PACOTES E MACROS MACROS.STY</a:t>
            </a:r>
          </a:p>
          <a:p>
            <a:pPr>
              <a:defRPr sz="1800">
                <a:solidFill>
                  <a:srgbClr val="CBD5E1"/>
                </a:solidFill>
              </a:defRPr>
            </a:pPr>
            <a:r>
              <a:t>Programação TeX, definição de comandos personalizados e teoremas em macros.sty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AULA 16: DESENVOLVIMENTO DE PACOTES E MACROS MACROS.STY</a:t>
            </a:r>
          </a:p>
          <a:p>
            <a:pPr>
              <a:defRPr sz="1800">
                <a:solidFill>
                  <a:srgbClr val="CBD5E1"/>
                </a:solidFill>
              </a:defRPr>
            </a:pPr>
            <a:r>
              <a:t>Programação TeX, definição de comandos personalizados e teoremas em macros.sty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E0E6ED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E0E6ED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E0E6ED"/>
                </a:solidFill>
                <a:latin typeface="Arial"/>
              </a:rPr>
              <a:t>Estudos benchmark 3D NLTE e modelos GCE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E0E6ED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E0E6ED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E0E6ED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E0E6ED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E0E6ED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E0E6ED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1208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E0E6ED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E0E6ED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2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E0E6ED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E0E6ED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E0E6ED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E0E6ED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3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E0E6ED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E0E6ED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E0E6ED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E0E6ED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4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4. Metodologia Teórica: Modelos GCE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E0E6ED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E0E6ED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E0E6ED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E0E6ED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5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E0E6ED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E0E6ED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E0E6ED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E0E6ED"/>
                </a:solidFill>
                <a:latin typeface="Arial"/>
              </a:rPr>
              <a:t>Excelente acordo entre previsões dos modelos GCE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6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E0E6ED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E0E6ED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E0E6ED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E0E6ED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7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E0E6ED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E0E6ED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E0E6ED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GCE como Benchmark: </a:t>
            </a:r>
            <a:r>
              <a:rPr sz="1400">
                <a:solidFill>
                  <a:srgbClr val="E0E6ED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8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E0E6ED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E0E6ED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E0E6ED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E0E6ED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9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E0E6ED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E0E6ED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E0E6ED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E0E6ED"/>
                </a:solidFill>
                <a:latin typeface="Arial"/>
              </a:rPr>
              <a:t>Validação dos modelos GCE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10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E0E6ED"/>
                </a:solidFill>
                <a:latin typeface="Arial"/>
              </a:rPr>
              <a:t>ApJ, 1024, L15 (Paper base do MWBR)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E0E6ED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E0E6ED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E0E6ED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E0E6ED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E0E6ED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11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923F"/>
                </a:solidFill>
                <a:latin typeface="Arial"/>
              </a:defRPr>
            </a:pPr>
            <a: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t>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4" name="Picture 3" descr="cosmic_qrcode_transparente_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704" y="0"/>
            <a:ext cx="6583680" cy="6583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0923F"/>
                </a:solidFill>
                <a:latin typeface="Arial"/>
                <a:hlinkClick r:id="rId3"/>
              </a:rPr>
              <a:t>www.phrandrade.com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4"/>
              </a:rPr>
              <a:t>Pedro H. R.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9" name="TextBox 8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12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  <p:pic>
        <p:nvPicPr>
          <p:cNvPr id="3" name="Picture 2" descr="qrcode_transpar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4114800"/>
            <a:ext cx="2011680" cy="2011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