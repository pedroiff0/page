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AULA 19: CLASSES ESPECIALIZADAS: BEAMER, IFFPOSTER E RELATÓRIO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Apresentações institucionais, pôsteres A0 (iffposter.cls) e relatórios corporativos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AULA 19: CLASSES ESPECIALIZADAS: BEAMER, IFFPOSTER E RELATÓRIO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Apresentações institucionais, pôsteres A0 (iffposter.cls) e relatórios corporativos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GCE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GCE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GCE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GCE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GCE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"/>
            <a:ext cx="1170432" cy="43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Astrofísica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MWBR)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704" y="0"/>
            <a:ext cx="6583680" cy="658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4114800"/>
            <a:ext cx="2011680" cy="2011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