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AULA 19: CLASSES ESPECIALIZADAS: BEAMER, IFFPOSTER E RELATÓRIO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Apresentações institucionais, pôsteres A0 (iffposter.cls) e relatórios corporativos</a:t>
            </a:r>
            <a:br/>
            <a:r>
              <a:t>Curso: LaTeX e Escrita Acadêmica — Normas ABNT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AULA 19: CLASSES ESPECIALIZADAS: BEAMER, IFFPOSTER E RELATÓRIO</a:t>
            </a:r>
          </a:p>
          <a:p>
            <a:pPr>
              <a:defRPr sz="1600">
                <a:solidFill>
                  <a:srgbClr val="CBD5E1"/>
                </a:solidFill>
              </a:defRPr>
            </a:pPr>
            <a:r>
              <a:t>Apresentações institucionais, pôsteres A0 (iffposter.cls) e relatórios corporativos</a:t>
            </a:r>
            <a:br/>
            <a:r>
              <a:t>Curso: LaTeX e Escrita Acadêmica — Normas ABNT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E0E6ED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E0E6ED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E0E6ED"/>
                </a:solidFill>
                <a:latin typeface="Arial"/>
              </a:rPr>
              <a:t>Estudos benchmark 3D NLTE e modelos ABNT NBR 14724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E0E6ED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E0E6ED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E0E6ED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E0E6ED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E0E6ED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E0E6ED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E0E6ED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E0E6ED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E0E6ED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E0E6ED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3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E0E6ED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E0E6ED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E0E6ED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E0E6ED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4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ABNT NBR 14724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E0E6ED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E0E6ED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E0E6ED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E0E6ED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5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E0E6ED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E0E6ED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E0E6ED"/>
                </a:solidFill>
                <a:latin typeface="Arial"/>
              </a:rPr>
              <a:t>Excelente acordo entre previsões dos modelos ABNT NBR 14724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0F0F0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6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E0E6ED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E0E6ED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E0E6ED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E0E6ED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7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E0E6ED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E0E6ED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E0E6ED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ABNT NBR 14724 como Benchmark: </a:t>
            </a:r>
            <a:r>
              <a:rPr sz="1400">
                <a:solidFill>
                  <a:srgbClr val="E0E6ED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E0E6ED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8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E0E6ED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E0E6ED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E0E6ED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9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E0E6ED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E0E6ED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E0E6ED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E0E6ED"/>
                </a:solidFill>
                <a:latin typeface="Arial"/>
              </a:rPr>
              <a:t>Validação dos modelos ABNT NBR 14724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10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E0E6ED"/>
                </a:solidFill>
                <a:latin typeface="Arial"/>
              </a:defRPr>
            </a:pPr>
            <a:r>
              <a:t>LaTeX e Escrita Acadêmica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E0E6ED"/>
                </a:solidFill>
                <a:latin typeface="Arial"/>
              </a:rPr>
              <a:t>ApJ, 1024, L15 (Paper base do IFF — CONFICT)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E0E6ED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E0E6ED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E0E6ED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E0E6ED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E0E6ED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11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br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505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E0E6ED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E0E6ED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E0E6ED"/>
                </a:solidFill>
              </a:rPr>
              <a:t>12</a:t>
            </a:fld>
            <a:r>
              <a:rPr sz="900" face="Arial">
                <a:solidFill>
                  <a:srgbClr val="E0E6ED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"/>
            <a:ext cx="2103120" cy="777240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393192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