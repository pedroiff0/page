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03: RESUMO, ABSTRACT E PALAVRAS-CHAVE (NBR 6028)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Estrutura uniparágrafo informativa e vocabulários controlados (ABNT NBR 6028:2021)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  <a:latin typeface="Arial"/>
              </a:defRPr>
            </a:pPr>
            <a:r>
              <a:t>AULA 03: RESUMO, ABSTRACT E PALAVRAS-CHAVE (NBR 6028)</a:t>
            </a:r>
          </a:p>
          <a:p>
            <a:pPr>
              <a:defRPr sz="1600">
                <a:solidFill>
                  <a:srgbClr val="22C55E"/>
                </a:solidFill>
              </a:defRPr>
            </a:pPr>
            <a:r>
              <a:t>Estrutura uniparágrafo informativa e vocabulários controlados (ABNT NBR 6028:2021)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rPr>
                <a:solidFill>
                  <a:srgbClr val="EF4444"/>
                </a:solidFill>
              </a:rP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