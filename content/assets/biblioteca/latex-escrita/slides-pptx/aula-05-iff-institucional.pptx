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05: INTRODUÇÃO E CONTEXTUALIZAÇÃO DO PROBLEMA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A Técnica do Funil Argumentativo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Do macro (contexto mundial/nacional) para o micro (lacuna específica da literatura e objetivo).</a:t>
            </a:r>
          </a:p>
          <a:p>
            <a:pPr>
              <a:defRPr sz="2000"/>
            </a:pPr>
            <a:r>
              <a:t>• Rigor Metodológico: Como encadear parágrafos para demonstrar o Research Gap de forma clara e rigorosa.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\chapter{Introdução} \section{Contextualização do Problema} ...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BOOTH, W. C. et al. A arte da pesquisa. Martins Fontes, 2008.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