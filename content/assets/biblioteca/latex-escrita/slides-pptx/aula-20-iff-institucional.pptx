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3600">
                <a:solidFill>
                  <a:srgbClr val="2D6238"/>
                </a:solidFill>
              </a:defRPr>
            </a:pPr>
            <a:r>
              <a:t>AULA 20: FLOATS CUSTOMIZADOS E SUMÁRIO DINÂMICO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Curso Profissional de Escrita Acadêmica e LaTeX (80h)</a:t>
            </a:r>
          </a:p>
          <a:p>
            <a:r>
              <a:t>Prof. Dr. Pedro Henrique Silva — IFF Campus Bom Jesus do Itabapoana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Roteiro da Aula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Fundamentação Teórica e Normativa ABNT/IBGE</a:t>
            </a:r>
          </a:p>
          <a:p>
            <a:r>
              <a:t>2. Arquitetura Metodológica e Boas Práticas</a:t>
            </a:r>
          </a:p>
          <a:p>
            <a:r>
              <a:t>3. Exemplo Prático de Codificação / Aplicação TCC</a:t>
            </a:r>
          </a:p>
          <a:p>
            <a:r>
              <a:t>4. Síntese e Referências Bibliográficas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Fundamentação — Floats, Listas Especiais e NBR 6027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Criação de listas personalizadas (Lista de Quadros, Lista de Fluxogramas, Lista de Algoritmos).</a:t>
            </a:r>
          </a:p>
          <a:p>
            <a:pPr>
              <a:defRPr sz="2000"/>
            </a:pPr>
            <a:r>
              <a:t>• Rigor Metodológico: Ajuste fino de cabeçalhos e rodapés automáticos via pacote fancyhdr na classe ifftese.cls.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Aplicação e Referências — Aula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Snippet / Modelo de Referência:</a:t>
            </a:r>
          </a:p>
          <a:p>
            <a:pPr>
              <a:defRPr>
                <a:solidFill>
                  <a:srgbClr val="B3282D"/>
                </a:solidFill>
                <a:latin typeface="Courier New"/>
              </a:defRPr>
            </a:pPr>
            <a:r>
              <a:t>\newfloat{quadro}{loa}{LOQ} \floatname{quadro}{Quadro}</a:t>
            </a:r>
          </a:p>
          <a:p>
            <a:br/>
            <a:pPr>
              <a:defRPr sz="1600"/>
            </a:pPr>
            <a:r>
              <a:t>Referência Principal:</a:t>
            </a:r>
            <a:br/>
            <a:r>
              <a:t>ABNT. NBR 6027: Informação e documentação - Sumário - Apresentação. 2012.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