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21: SLIDES DE DEFESA INSTITUCIONAIS (BEAMER)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Classe Institucional slidesiffmodelo.cls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Apresentações Beamer com razão 16:9, régua institucional, cartões KPI e reuso de metadados.sty.</a:t>
            </a:r>
          </a:p>
          <a:p>
            <a:pPr>
              <a:defRPr sz="2000"/>
            </a:pPr>
            <a:r>
              <a:t>• Rigor Metodológico: Alinhamento da defesa de TCC com a identidade visual oficial do IFF Campus Bom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\documentclass[aspectratio=169]{slidesiffmodelo} \imprimircapa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IFFBJI. Manual de Identidade Visual e Template Beamer do Campus.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