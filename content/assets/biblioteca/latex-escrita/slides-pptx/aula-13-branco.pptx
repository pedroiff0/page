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13: MODULARIZAÇÃO MULTI-ARQUIVO E BIBLATEX COM BIBER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Divisão de projetos com \texttt{\textbackslash input} e \texttt{\textbackslash include} e automação bibliográfica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13: MODULARIZAÇÃO MULTI-ARQUIVO E BIBLATEX COM BIBER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Divisão de projetos com \texttt{\textbackslash input} e \texttt{\textbackslash include} e automação bibliográfica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