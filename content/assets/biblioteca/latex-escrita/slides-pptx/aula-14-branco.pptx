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4: GRÁFICOS VETORIAIS PROGRAMÁVEIS COM TIKZ E PGFPLOT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omputação gráfica vetorial declarativa em coordenadas reais 2D/3D em La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4: GRÁFICOS VETORIAIS PROGRAMÁVEIS COM TIKZ E PGFPLOT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omputação gráfica vetorial declarativa em coordenadas reais 2D/3D em LaTeX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