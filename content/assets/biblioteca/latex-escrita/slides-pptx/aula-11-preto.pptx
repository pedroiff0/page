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11: ARQUITETURA LATEX, MOTORES TEX E PREÂMBULO .TEX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Kernel LaTeX2e, motores PDFLaTeX/LuaLaTeX/XeLaTeX e preâmbulo institucional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11: ARQUITETURA LATEX, MOTORES TEX E PREÂMBULO .TEX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Kernel LaTeX2e, motores PDFLaTeX/LuaLaTeX/XeLaTeX e preâmbulo institucional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