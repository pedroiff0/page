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01: EPISTEMOLOGIA, PROBLEMATIZAÇÃO E HIPÓTESES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Conhecimento Científico vs. Senso Comum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redação acadêmica não admite dogmas. Toda afirmação advém de teste empírico ou citação da literatura.</a:t>
            </a:r>
          </a:p>
          <a:p>
            <a:pPr>
              <a:defRPr sz="2000"/>
            </a:pPr>
            <a:r>
              <a:t>• Rigor Metodológico: Falsificacionismo de Karl Popper e Hipóteses (H0 e H1).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H_0: mu_LLM = mu_Tradicional   vs.   H_1: mu_LLM &lt; mu_Tradicional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POPPER, K. A lógica da pesquisa científica. Cultrix, 2013.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