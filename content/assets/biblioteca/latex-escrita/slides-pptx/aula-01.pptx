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01: EPISTEMOLOGIA, PROBLEMATIZAÇÃO E HIPÓTESES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Ruptura epistemológica, Falsificacionismo de Popper e formulação de hipóteses científicas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B91C1C"/>
                </a:solidFill>
                <a:latin typeface="Arial"/>
              </a:defRPr>
            </a:pPr>
            <a:r>
              <a:t>AULA 01: EPISTEMOLOGIA, PROBLEMATIZAÇÃO E HIPÓTESES</a:t>
            </a:r>
          </a:p>
          <a:p>
            <a:pPr>
              <a:defRPr sz="1600">
                <a:solidFill>
                  <a:srgbClr val="15803D"/>
                </a:solidFill>
              </a:defRPr>
            </a:pPr>
            <a:r>
              <a:t>Ruptura epistemológica, Falsificacionismo de Popper e formulação de hipóteses científicas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B91C1C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