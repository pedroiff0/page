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19: ENGENHARIA DE MACROS E IFFTESE.CLS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Anatomia Interna da Classe ifftese.cls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Como a classe herda de abntex2 e redefine comandos com makeatletter e makeatother.</a:t>
            </a:r>
          </a:p>
          <a:p>
            <a:pPr>
              <a:defRPr sz="2000"/>
            </a:pPr>
            <a:r>
              <a:t>• Rigor Metodológico: Controle programável de margens, folhas de rosto institucionais e pontilhados dinâmicos no sumário.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\makeatletter \renewcommand{\folhaderostocontent}{...} \makeatother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ReLaTeX. Projeto e documentação da classe ifftese.cls. IFF,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