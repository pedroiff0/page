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08: ÉTICA NA PESQUISA (PLATAFORMA BRASIL) E IA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Submissão ao CEP/CONEP via Plataforma Brasil e uso ético de LLMs na escrita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AULA 08: ÉTICA NA PESQUISA (PLATAFORMA BRASIL) E IA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Submissão ao CEP/CONEP via Plataforma Brasil e uso ético de LLMs na escrita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