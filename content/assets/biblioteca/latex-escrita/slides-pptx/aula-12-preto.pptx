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F4444"/>
                </a:solidFill>
                <a:latin typeface="Arial"/>
              </a:defRPr>
            </a:pPr>
            <a:r>
              <a:t>AULA 12: SINTAXE MATEMÁTICA AMSMATH E TABELAS BOOKTABS</a:t>
            </a:r>
          </a:p>
          <a:p>
            <a:pPr>
              <a:defRPr sz="1600">
                <a:solidFill>
                  <a:srgbClr val="22C55E"/>
                </a:solidFill>
              </a:defRPr>
            </a:pPr>
            <a:r>
              <a:t>Ambientes matemáticos avançados (amsmath/mathtools) e tabelas booktabs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F4444"/>
                </a:solidFill>
                <a:latin typeface="Arial"/>
              </a:defRPr>
            </a:pPr>
            <a:r>
              <a:t>AULA 12: SINTAXE MATEMÁTICA AMSMATH E TABELAS BOOKTABS</a:t>
            </a:r>
          </a:p>
          <a:p>
            <a:pPr>
              <a:defRPr sz="1600">
                <a:solidFill>
                  <a:srgbClr val="22C55E"/>
                </a:solidFill>
              </a:defRPr>
            </a:pPr>
            <a:r>
              <a:t>Ambientes matemáticos avançados (amsmath/mathtools) e tabelas booktabs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