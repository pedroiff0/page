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AULA 09: RESULTADOS E APRESENTAÇÃO DE DADOS (IBGE VS ABNT)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t>Diferenciação técnica entre Tabelas (IBGE 1993) e Quadros (ABNT NBR 14724)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Arial"/>
              </a:defRPr>
            </a:pPr>
            <a:r>
              <a:t>AULA 09: RESULTADOS E APRESENTAÇÃO DE DADOS (IBGE VS ABNT)</a:t>
            </a:r>
          </a:p>
          <a:p>
            <a:pPr>
              <a:defRPr sz="1600">
                <a:solidFill>
                  <a:srgbClr val="475569"/>
                </a:solidFill>
              </a:defRPr>
            </a:pPr>
            <a:r>
              <a:t>Diferenciação técnica entre Tabelas (IBGE 1993) e Quadros (ABNT NBR 14724)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1E293B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1E293B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1E293B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1E293B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1E293B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1E293B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1E293B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1E293B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1E293B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1E293B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1E293B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1E293B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1E293B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3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1E293B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1E293B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1E293B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1E293B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4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1E293B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1E293B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1E293B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1E293B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5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1E293B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1E293B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1E293B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6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1E293B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1E293B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1E293B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1E293B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7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1E293B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1E293B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1E293B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1E293B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1E293B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8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1E293B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1E293B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1E293B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9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1E293B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1E293B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1E293B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1E293B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10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1E293B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1E293B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1E293B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1E293B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1E293B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1E293B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1E293B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11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p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1E293B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1E293B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1E293B"/>
                </a:solidFill>
              </a:rPr>
              <a:t>12</a:t>
            </a:fld>
            <a:r>
              <a:rPr sz="900" face="Arial">
                <a:solidFill>
                  <a:srgbClr val="1E293B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