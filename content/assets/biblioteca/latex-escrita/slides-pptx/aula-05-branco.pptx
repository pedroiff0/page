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05: INTRODUÇÃO E LACUNA DE PESQUISA (RESEARCH GAP)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Técnica do funil argumentativo e delimitação precisa do problema científico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05: INTRODUÇÃO E LACUNA DE PESQUISA (RESEARCH GAP)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Técnica do funil argumentativo e delimitação precisa do problema científico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