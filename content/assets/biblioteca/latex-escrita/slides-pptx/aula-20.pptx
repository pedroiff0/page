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AULA 20: AUTOMAÇÃO COM LATEXMKRC, GIT E CI/CD NO GITHUB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Build automatizado, versionamento limpo sem lixo TeX e pipelines de publicação contínua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AULA 20: AUTOMAÇÃO COM LATEXMKRC, GIT E CI/CD NO GITHUB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Build automatizado, versionamento limpo sem lixo TeX e pipelines de publicação contínua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