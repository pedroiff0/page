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19: CLASSES ESPECIALIZADAS: BEAMER, IFFPOSTER E RELATÓRIO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Apresentações institucionais, pôsteres A0 (iffposter.cls) e relatórios corporativos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19: CLASSES ESPECIALIZADAS: BEAMER, IFFPOSTER E RELATÓRIO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Apresentações institucionais, pôsteres A0 (iffposter.cls) e relatórios corporativos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