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3600">
                <a:solidFill>
                  <a:srgbClr val="2D6238"/>
                </a:solidFill>
              </a:defRPr>
            </a:pPr>
            <a:r>
              <a:t>AULA 07: METODOLOGIA, MATERIAIS E REPRODUTIBILIDADE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Curso Profissional de Escrita Acadêmica e LaTeX (80h)</a:t>
            </a:r>
          </a:p>
          <a:p>
            <a:r>
              <a:t>Prof. Dr. Pedro Henrique Silva — IFF Campus Bom Jesus do Itabapoana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Roteiro da Aula 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Fundamentação Teórica e Normativa ABNT/IBGE</a:t>
            </a:r>
          </a:p>
          <a:p>
            <a:r>
              <a:t>2. Arquitetura Metodológica e Boas Práticas</a:t>
            </a:r>
          </a:p>
          <a:p>
            <a:r>
              <a:t>3. Exemplo Prático de Codificação / Aplicação TCC</a:t>
            </a:r>
          </a:p>
          <a:p>
            <a:r>
              <a:t>4. Síntese e Referências Bibliográficas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Fundamentação — Reprodutibilidade e Replicabilidade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seção de metodologia deve permitir que qualquer pesquisador replique os experimentos nas mesmas condições.</a:t>
            </a:r>
          </a:p>
          <a:p>
            <a:pPr>
              <a:defRPr sz="2000"/>
            </a:pPr>
            <a:r>
              <a:t>• Rigor Metodológico: Detalhamento do universo, amostra, instrumentação e tratamento estatístico dos dados.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Aplicação e Referências — Aula 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Snippet / Modelo de Referência:</a:t>
            </a:r>
          </a:p>
          <a:p>
            <a:pPr>
              <a:defRPr>
                <a:solidFill>
                  <a:srgbClr val="B3282D"/>
                </a:solidFill>
                <a:latin typeface="Courier New"/>
              </a:defRPr>
            </a:pPr>
            <a:r>
              <a:t>\section{Materiais e Métodos} \subsection{Desenho Experimental} ...</a:t>
            </a:r>
          </a:p>
          <a:p>
            <a:br/>
            <a:pPr>
              <a:defRPr sz="1600"/>
            </a:pPr>
            <a:r>
              <a:t>Referência Principal:</a:t>
            </a:r>
            <a:br/>
            <a:r>
              <a:t>LAKATOS, E. M.; MARCONI, M. A. Metodologia do trabalho científico. Atlas, 2021.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