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15: MODULARIZAÇÃO DO PROJETO E BIBLATEX/BIBER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Arquitetura Multi-arquivo e Motor Biber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Diferença fundamental entre input e include na gestão de grandes TCCs e teses.</a:t>
            </a:r>
          </a:p>
          <a:p>
            <a:pPr>
              <a:defRPr sz="2000"/>
            </a:pPr>
            <a:r>
              <a:t>• Rigor Metodológico: Gestão avançada do banco bibliográfico (.bib) via biblatex-abnt e motor biber.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\usepackage[style=abnt,backend=biber]{biblatex} \addbibresource{biblio.bib}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ARAUJO, L. C. A classe abntex2: Modelo canônico de trabalho acadêmico. 2015.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