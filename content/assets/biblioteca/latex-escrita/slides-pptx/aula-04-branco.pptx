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Capa, folha de rosto, aprovação, dedicatória, agradecimentos e epígrafe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Capa, folha de rosto, aprovação, dedicatória, agradecimentos e epígrafe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