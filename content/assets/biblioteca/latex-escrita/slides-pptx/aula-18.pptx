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AULA 18: CUSTOMIZAÇÃO DE FLOATS, FANCYHDR E NBR 6027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Cabeçalhos fancyhdr, listas preliminares customizadas (LOQ/LOA) e sumário NBR 6027</a:t>
            </a:r>
            <a:br/>
            <a:r>
              <a:t>Curso: LaTeX e Escrita Acadêmica — Normas ABNT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AULA 18: CUSTOMIZAÇÃO DE FLOATS, FANCYHDR E NBR 6027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Cabeçalhos fancyhdr, listas preliminares customizadas (LOQ/LOA) e sumário NBR 6027</a:t>
            </a:r>
            <a:br/>
            <a:r>
              <a:t>Curso: LaTeX e Escrita Acadêmica — Normas ABNT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1E293B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1E293B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1E293B"/>
                </a:solidFill>
                <a:latin typeface="Arial"/>
              </a:rPr>
              <a:t>Estudos benchmark 3D NLTE e modelos ABNT NBR 14724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1E293B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1E293B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1E293B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1E293B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1E293B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1E293B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1E293B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1E293B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1E293B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3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1E293B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1E293B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1E293B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1E293B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4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ABNT NBR 14724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1E293B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1E293B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1E293B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1E293B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5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1E293B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1E293B"/>
                </a:solidFill>
                <a:latin typeface="Arial"/>
              </a:rPr>
              <a:t>Excelente acordo entre previsões dos modelos ABNT NBR 14724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6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1E293B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1E293B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1E293B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1E293B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7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1E293B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1E293B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1E293B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ABNT NBR 14724 como Benchmark: </a:t>
            </a:r>
            <a:r>
              <a:rPr sz="1400">
                <a:solidFill>
                  <a:srgbClr val="1E293B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8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1E293B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1E293B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1E293B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9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1E293B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1E293B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Validação dos modelos ABNT NBR 14724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10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1E293B"/>
                </a:solidFill>
                <a:latin typeface="Arial"/>
              </a:rPr>
              <a:t>ApJ, 1024, L15 (Paper base do IFF — CONFICT)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1E293B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1E293B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1E293B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1E293B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1E293B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p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931920"/>
            <a:ext cx="2194560" cy="2194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