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AULA 12: SINTAXE MATEMÁTICA AMSMATH E TABELAS BOOKTABS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Ambientes matemáticos avançados (amsmath/mathtools) e tabelas booktabs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AULA 12: SINTAXE MATEMÁTICA AMSMATH E TABELAS BOOKTABS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Ambientes matemáticos avançados (amsmath/mathtools) e tabelas booktabs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