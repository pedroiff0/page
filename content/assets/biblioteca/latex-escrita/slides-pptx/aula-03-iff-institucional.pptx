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03: RESUMO, ABSTRACT E PALAVRAS-CHAVE (NBR 6028)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Normativa ABNT NBR 6028:2021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 resumo informativo (150 a 500 palavras) deve conter contexto, objetivo, método, resultados e conclusão.</a:t>
            </a:r>
          </a:p>
          <a:p>
            <a:pPr>
              <a:defRPr sz="2000"/>
            </a:pPr>
            <a:r>
              <a:t>• Rigor Metodológico: Uso de vocabulários controlados (DeCS/IEEE/VOC) para indexação precisa.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\begin{abstract} ... \end{abstract} \keywords{LaTeX; ABNT; TCC; ifftese.}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ABNT. NBR 6028: Informação e documentação - Resumo - Apresentação. 2021.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