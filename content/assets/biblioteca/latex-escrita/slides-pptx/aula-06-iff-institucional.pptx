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06: REVISÃO SISTEMÁTICA DA LITERATURA (PRISMA)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Protocolo PRISMA e Bases Indexadas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Diferença entre fichamento passivo e síntese sistemática com critérios explícitos de inclusão/exclusão.</a:t>
            </a:r>
          </a:p>
          <a:p>
            <a:pPr>
              <a:defRPr sz="2000"/>
            </a:pPr>
            <a:r>
              <a:t>• Rigor Metodológico: Busca em Scopus, Web of Science, IEEE Xplore e Google Acadêmico com strings booleanas.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String: ("Academic Writing" OR "ABNT") AND "LaTeX"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PAGE, M. J. et al. The PRISMA 2020 statement. BMJ,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