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F4444"/>
                </a:solidFill>
                <a:latin typeface="Arial"/>
              </a:defRPr>
            </a:pPr>
            <a:r>
              <a:t>AULA 02: OBJETIVOS, TAXONOMIA DE BLOOM E JUSTIFICATIVA</a:t>
            </a:r>
          </a:p>
          <a:p>
            <a:pPr>
              <a:defRPr sz="1600">
                <a:solidFill>
                  <a:srgbClr val="22C55E"/>
                </a:solidFill>
              </a:defRPr>
            </a:pPr>
            <a:r>
              <a:t>Verbos cognitivos de Bloom e estruturação de justificativa social, acadêmica e técnica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F4444"/>
                </a:solidFill>
                <a:latin typeface="Arial"/>
              </a:defRPr>
            </a:pPr>
            <a:r>
              <a:t>AULA 02: OBJETIVOS, TAXONOMIA DE BLOOM E JUSTIFICATIVA</a:t>
            </a:r>
          </a:p>
          <a:p>
            <a:pPr>
              <a:defRPr sz="1600">
                <a:solidFill>
                  <a:srgbClr val="22C55E"/>
                </a:solidFill>
              </a:defRPr>
            </a:pPr>
            <a:r>
              <a:t>Verbos cognitivos de Bloom e estruturação de justificativa social, acadêmica e técnica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E0E6ED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E0E6ED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E0E6ED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E0E6ED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E0E6ED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E0E6ED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E0E6ED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E0E6ED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E0E6ED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E0E6ED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E0E6ED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E0E6ED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3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E0E6ED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E0E6ED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E0E6ED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E0E6ED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4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E0E6ED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E0E6ED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E0E6ED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E0E6ED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5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E0E6ED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E0E6ED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6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E0E6ED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E0E6ED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E0E6ED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E0E6ED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7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E0E6ED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E0E6ED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E0E6ED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E0E6ED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8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E0E6ED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E0E6ED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E0E6ED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9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E0E6ED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E0E6ED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10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E0E6ED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E0E6ED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E0E6ED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E0E6ED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E0E6ED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E0E6ED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