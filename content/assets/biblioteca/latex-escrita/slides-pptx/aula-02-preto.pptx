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AULA 02: OBJETIVOS, TAXONOMIA DE BLOOM E JUSTIFICATIVA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Verbos cognitivos de Bloom e estruturação de justificativa social, acadêmica e técnica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AULA 02: OBJETIVOS, TAXONOMIA DE BLOOM E JUSTIFICATIVA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Verbos cognitivos de Bloom e estruturação de justificativa social, acadêmica e técnica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GCE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GCE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GCE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GCE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GCE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MWBR)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0"/>
            <a:ext cx="6583680" cy="658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4114800"/>
            <a:ext cx="2011680" cy="2011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