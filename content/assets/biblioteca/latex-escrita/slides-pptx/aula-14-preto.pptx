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AULA 14: GRÁFICOS VETORIAIS PROGRAMÁVEIS COM TIKZ E PGFPLOTS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Computação gráfica vetorial declarativa em coordenadas reais 2D/3D em LaTeX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AULA 14: GRÁFICOS VETORIAIS PROGRAMÁVEIS COM TIKZ E PGFPLOTS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Computação gráfica vetorial declarativa em coordenadas reais 2D/3D em LaTeX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GCE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GCE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GCE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GCE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GCE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MWBR)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704" y="0"/>
            <a:ext cx="6583680" cy="658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4114800"/>
            <a:ext cx="2011680" cy="2011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