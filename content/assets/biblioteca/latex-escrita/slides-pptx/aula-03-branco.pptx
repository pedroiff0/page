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03: RESUMO, ABSTRACT E PALAVRAS-CHAVE (NBR 6028)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Estrutura uniparágrafo informativa e vocabulários controlados (ABNT NBR 6028:2021)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03: RESUMO, ABSTRACT E PALAVRAS-CHAVE (NBR 6028)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Estrutura uniparágrafo informativa e vocabulários controlados (ABNT NBR 6028:2021)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