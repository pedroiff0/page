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14: GRÁFICOS VETORIAIS PROGRAMÁVEIS COM TIKZ E PGFPLOTS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Computação gráfica vetorial declarativa em coordenadas reais 2D/3D em LaTeX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14: GRÁFICOS VETORIAIS PROGRAMÁVEIS COM TIKZ E PGFPLOTS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Computação gráfica vetorial declarativa em coordenadas reais 2D/3D em LaTeX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