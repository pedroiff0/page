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12: REFERÊNCIAS BIBLIOGRÁFICAS (NBR 6023:2018/2020)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Normativa ABNT NBR 6023:2018 / Emenda 1:2020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Formatação canônica para monografias, artigos, sites, patentes e inclusão obrigatória de DOI.</a:t>
            </a:r>
          </a:p>
          <a:p>
            <a:pPr>
              <a:defRPr sz="2000"/>
            </a:pPr>
            <a:r>
              <a:t>• Rigor Metodológico: Estruturação de Apêndices (produção do autor) e Anexos (documentos de terceiros).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\printbibliography[title={Referências}] \appendix \chapter{...}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ABNT. NBR 6023: Informação e documentação - Referências - Elaboração.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