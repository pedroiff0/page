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07: METODOLOGIA, MATERIAIS E REPRODUTIBILIDADE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Delineamento experimental, amostragem e reprodutibilidade (ABNT NBR 14724)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07: METODOLOGIA, MATERIAIS E REPRODUTIBILIDADE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Delineamento experimental, amostragem e reprodutibilidade (ABNT NBR 14724)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