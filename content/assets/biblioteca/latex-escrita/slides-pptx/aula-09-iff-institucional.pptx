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09: RESULTADOS E APRESENTAÇÃO VISUAL DE DADOS (IBGE)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Normas IBGE 1993 vs. Quadros ABNT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Tabelas contêm dados quantitativos com laterais abertas; Quadros contêm texto com laterais fechadas.</a:t>
            </a:r>
          </a:p>
          <a:p>
            <a:pPr>
              <a:defRPr sz="2000"/>
            </a:pPr>
            <a:r>
              <a:t>• Rigor Metodológico: Regras estritas de legenda no topo e fonte na parte inferior, chamadas no texto antes da figura.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\begin{table} ... \toprule ... \midrule ... \bottomrule \end{table}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IBGE. Normas de apresentação tabulada. 3. ed. Rio de Janeiro, 1993.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