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17: ENGENHARIA DA CLASSE IFFTESE.CLS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Anatomia da classe canônica do IFF, herança de abntex2 e conformidade NBR 14724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17: ENGENHARIA DA CLASSE IFFTESE.CLS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Anatomia da classe canônica do IFF, herança de abntex2 e conformidade NBR 14724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