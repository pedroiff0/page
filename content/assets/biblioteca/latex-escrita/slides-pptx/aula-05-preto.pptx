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AULA 05: INTRODUÇÃO E LACUNA DE PESQUISA (RESEARCH GAP)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t>Técnica do funil argumentativo e delimitação precisa do problema científico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AULA 05: INTRODUÇÃO E LACUNA DE PESQUISA (RESEARCH GAP)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t>Técnica do funil argumentativo e delimitação precisa do problema científico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