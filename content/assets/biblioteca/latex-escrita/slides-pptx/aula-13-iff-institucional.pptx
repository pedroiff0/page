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13: INSTALAÇÃO, COMPILADORES E AMBIENTES LATEX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Ambientes TeX e Motores PDFLaTeX/LuaLaTeX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Instalação do TeX Live/MacTeX, configuração do VS Code + LaTeX Workshop e uso produtivo do Overleaf.</a:t>
            </a:r>
          </a:p>
          <a:p>
            <a:pPr>
              <a:defRPr sz="2000"/>
            </a:pPr>
            <a:r>
              <a:t>• Rigor Metodológico: Diferenças arquiteturais entre PDFLaTeX, XeLaTeX e LuaLaTeX no suporte ao Unicode/UTF-8.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Workflow: latexmk -pdf -interaction=nonstopmode main.tex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LAMPORT, L. LaTeX: A Document Preparation System. Addison-Wesley, 1994.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