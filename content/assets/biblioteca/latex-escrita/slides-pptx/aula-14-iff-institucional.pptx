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14: SINTAXE FUNDAMENTAL, MATEMÁTICA E TABELAS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Sintaxe LaTeX2e e Pacote booktabs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Comandos, ambientes, caracteres especiais e formatação profissional de tabelas sem linhas verticais.</a:t>
            </a:r>
          </a:p>
          <a:p>
            <a:pPr>
              <a:defRPr sz="2000"/>
            </a:pPr>
            <a:r>
              <a:t>• Rigor Metodológico: Domínio dos ambientes amsmath e amssymb para equações numeradas e alinhadas.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\begin{equation} E = mc^2 \label{eq:einstein} \end{equation}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KNUTH, D. E. The TeXbook. Addison-Wesley, 1984.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