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16: GRÁFICOS VETORIAIS COM TIKZ E PGFPLOTS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Computação Gráfica Vetorial Integrada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Por que gráficos gerados na mão (PNG/JPG) perdem qualidade e como substituí-los por TikZ/PGFPlots.</a:t>
            </a:r>
          </a:p>
          <a:p>
            <a:pPr>
              <a:defRPr sz="2000"/>
            </a:pPr>
            <a:r>
              <a:t>• Rigor Metodológico: Criação de diagramas de blocos, fluxogramas e gráficos analíticos diretamente no código .tex.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\begin{tikzpicture} \draw[-&gt;] (0,0) -- (2,2); \end{tikzpicture}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TANTAU, T. The TikZ and PGF Packages: Manual for version 3.1.10. CTAN,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