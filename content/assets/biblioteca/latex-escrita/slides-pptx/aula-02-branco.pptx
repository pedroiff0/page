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02: OBJETIVOS, TAXONOMIA DE BLOOM E JUSTIFICATIVA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Verbos cognitivos de Bloom e estruturação de justificativa social, acadêmica e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02: OBJETIVOS, TAXONOMIA DE BLOOM E JUSTIFICATIVA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Verbos cognitivos de Bloom e estruturação de justificativa social, acadêmica e técnica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