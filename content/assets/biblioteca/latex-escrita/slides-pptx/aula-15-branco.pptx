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5: ENGENHARIA DO ARQUIVO DE METADADOS METADADOS.ST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strutura interna de metadados.sty, escopo de variáveis e flexão de gênero no ReLa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5: ENGENHARIA DO ARQUIVO DE METADADOS METADADOS.ST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strutura interna de metadados.sty, escopo de variáveis e flexão de gênero no ReLaTeX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