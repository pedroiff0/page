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16: DESENVOLVIMENTO DE PACOTES E MACROS MACROS.STY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Programação TeX, definição de comandos personalizados e teoremas em macros.sty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16: DESENVOLVIMENTO DE PACOTES E MACROS MACROS.STY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Programação TeX, definição de comandos personalizados e teoremas em macros.sty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