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09: RESULTADOS E APRESENTAÇÃO DE DADOS (IBGE VS ABNT)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Diferenciação técnica entre Tabelas (IBGE 1993) e Quadros (ABNT NBR 14724)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09: RESULTADOS E APRESENTAÇÃO DE DADOS (IBGE VS ABNT)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Diferenciação técnica entre Tabelas (IBGE 1993) e Quadros (ABNT NBR 14724)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