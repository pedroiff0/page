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08: ÉTICA NA PESQUISA (CEP/CONEP) E USO ÉTICO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Integridade Científica e Plataforma Brasil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Submissão aos comitês de ética, TCLE, prevenção contra plágio e autoplágio.</a:t>
            </a:r>
          </a:p>
          <a:p>
            <a:pPr>
              <a:defRPr sz="2000"/>
            </a:pPr>
            <a:r>
              <a:t>• Rigor Metodológico: Uso ético e transparente de Modelos de Linguagem (LLMs) como ferramentas auxiliares.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Declaração de IA: Os autores utilizaram LLMs exclusivamente para revisão gramatical.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CONEP. Resolução CNS nº 510/2016. Brasília,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