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22: PÔSTER CIENTÍFICO EM LATEX (IFFPOSTER.CLS)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Banners para Mostras com iffposter.cls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Desenho de pôsteres em formatos A0/A1 sem quebra de colunas e com escalonamento automático de fonte.</a:t>
            </a:r>
          </a:p>
          <a:p>
            <a:pPr>
              <a:defRPr sz="2000"/>
            </a:pPr>
            <a:r>
              <a:t>• Rigor Metodológico: Integração de cabeçalhos institucionais e logos de agências de fomento no rodapé.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\documentclass[a0paper]{iffposter} \begin{multicols}{3} ... \end{multicols}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IFFBJI. Modelo de Pôster para a Mostra de Conhecimento Científico.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