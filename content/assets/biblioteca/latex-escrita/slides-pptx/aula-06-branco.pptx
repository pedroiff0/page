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AULA 06: REVISÃO SISTEMÁTICA DA LITERATURA E PROTOCOLO PRISMA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t>Estratégias boolianas (Scopus/WoS/IEEE) e fluxograma PRISMA 2020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AULA 06: REVISÃO SISTEMÁTICA DA LITERATURA E PROTOCOLO PRISMA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t>Estratégias boolianas (Scopus/WoS/IEEE) e fluxograma PRISMA 2020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1E293B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1E293B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1E293B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1E293B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1E293B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1E293B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1E293B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1E293B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1E293B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1E293B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1E293B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1E293B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3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1E293B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1E293B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1E293B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1E293B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4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1E293B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1E293B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1E293B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1E293B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5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1E293B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1E293B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6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1E293B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1E293B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1E293B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1E293B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7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1E293B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1E293B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1E293B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1E293B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8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1E293B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1E293B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1E293B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9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1E293B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1E293B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10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1E293B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1E293B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1E293B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1E293B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1E293B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1E293B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p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