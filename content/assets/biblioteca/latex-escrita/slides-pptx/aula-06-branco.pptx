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06: REVISÃO SISTEMÁTICA DA LITERATURA E PROTOCOLO PRISMA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Estratégias boolianas (Scopus/WoS/IEEE) e fluxograma PRISMA 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06: REVISÃO SISTEMÁTICA DA LITERATURA E PROTOCOLO PRISMA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Estratégias boolianas (Scopus/WoS/IEEE) e fluxograma PRISMA 2020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